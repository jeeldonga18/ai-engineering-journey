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Profit by Category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Profit by Segment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Profit by Region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Profit by Sub-Category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Profit by Year and Quater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Sales by Sub-Category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ac296dcf-86b4-449e-8230-fe8cb98f9742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cf76293a3707477e" /><Relationship Type="http://schemas.openxmlformats.org/officeDocument/2006/relationships/slideLayout" Target="/ppt/slideLayouts/slideLayout8.xml" Id="Rcdb37d96f81a4f03" /><Relationship Type="http://schemas.openxmlformats.org/officeDocument/2006/relationships/hyperlink" Target="https://app.powerbi.com/groups/me/reports/ac296dcf-86b4-449e-8230-fe8cb98f9742/?pbi_source=PowerPoint" TargetMode="External" Id="RelId0" /><Relationship Type="http://schemas.openxmlformats.org/officeDocument/2006/relationships/image" Target="/ppt/media/image4.png" Id="imgId2523897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06db894e512f48b9" /><Relationship Type="http://schemas.openxmlformats.org/officeDocument/2006/relationships/slideLayout" Target="/ppt/slideLayouts/slideLayout8.xml" Id="Rf6c3cd8f7d80451c" /><Relationship Type="http://schemas.openxmlformats.org/officeDocument/2006/relationships/hyperlink" Target="https://app.powerbi.com/groups/me/reports/ac296dcf-86b4-449e-8230-fe8cb98f9742/?pbi_source=PowerPoint" TargetMode="External" Id="RelId1" /><Relationship Type="http://schemas.openxmlformats.org/officeDocument/2006/relationships/image" Target="/ppt/media/image5.png" Id="imgId252389740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UNBELIVABLE DESIGN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6/7/2024 11:39:32 AM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6/7/2024 11:32:32 AM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extbox ,Profit by Category ,Profit by Segment ,Profit by Region ,Profit by Sub-Category ,Profit by Year and Quater ,slicer ,pivotTable ,slicer ,card ,card ,card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5238973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657225"/>
            <a:ext cx="12182475" cy="5534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1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ales by Sub-Category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5238974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2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